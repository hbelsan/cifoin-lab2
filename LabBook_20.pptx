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9" r:id="rId3"/>
    <p:sldId id="295" r:id="rId4"/>
    <p:sldId id="304" r:id="rId5"/>
    <p:sldId id="302" r:id="rId6"/>
    <p:sldId id="303" r:id="rId7"/>
    <p:sldId id="291" r:id="rId8"/>
    <p:sldId id="296" r:id="rId9"/>
    <p:sldId id="293" r:id="rId10"/>
    <p:sldId id="294" r:id="rId11"/>
    <p:sldId id="299" r:id="rId12"/>
    <p:sldId id="300" r:id="rId13"/>
    <p:sldId id="301" r:id="rId14"/>
    <p:sldId id="290" r:id="rId15"/>
    <p:sldId id="297" r:id="rId16"/>
    <p:sldId id="292" r:id="rId17"/>
    <p:sldId id="298" r:id="rId18"/>
    <p:sldId id="288" r:id="rId19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706B2-AA95-4CDC-834C-F4D908C80230}" v="95" dt="2025-02-09T23:48:29.2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82" d="100"/>
          <a:sy n="82" d="100"/>
        </p:scale>
        <p:origin x="115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83A706B2-AA95-4CDC-834C-F4D908C80230}"/>
    <pc:docChg chg="undo redo custSel addSld delSld modSld">
      <pc:chgData name="Christian Camilo Cano Vasquez" userId="8c73a2a4-758b-4e34-81ed-39462e48bd92" providerId="ADAL" clId="{83A706B2-AA95-4CDC-834C-F4D908C80230}" dt="2025-02-10T11:46:25.185" v="655" actId="20577"/>
      <pc:docMkLst>
        <pc:docMk/>
      </pc:docMkLst>
      <pc:sldChg chg="modSp mod">
        <pc:chgData name="Christian Camilo Cano Vasquez" userId="8c73a2a4-758b-4e34-81ed-39462e48bd92" providerId="ADAL" clId="{83A706B2-AA95-4CDC-834C-F4D908C80230}" dt="2025-02-09T23:21:47.550" v="170" actId="20577"/>
        <pc:sldMkLst>
          <pc:docMk/>
          <pc:sldMk cId="0" sldId="256"/>
        </pc:sldMkLst>
        <pc:spChg chg="mod">
          <ac:chgData name="Christian Camilo Cano Vasquez" userId="8c73a2a4-758b-4e34-81ed-39462e48bd92" providerId="ADAL" clId="{83A706B2-AA95-4CDC-834C-F4D908C80230}" dt="2025-02-09T23:21:47.550" v="17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Christian Camilo Cano Vasquez" userId="8c73a2a4-758b-4e34-81ed-39462e48bd92" providerId="ADAL" clId="{83A706B2-AA95-4CDC-834C-F4D908C80230}" dt="2025-02-09T22:54:55.862" v="0" actId="20577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83A706B2-AA95-4CDC-834C-F4D908C80230}" dt="2025-02-09T22:54:55.862" v="0" actId="20577"/>
          <ac:spMkLst>
            <pc:docMk/>
            <pc:sldMk cId="560234623" sldId="289"/>
            <ac:spMk id="4" creationId="{9F7BC140-B3D8-C3CB-55AD-9064C7CDE9CA}"/>
          </ac:spMkLst>
        </pc:spChg>
      </pc:sldChg>
      <pc:sldChg chg="addSp delSp modSp mod">
        <pc:chgData name="Christian Camilo Cano Vasquez" userId="8c73a2a4-758b-4e34-81ed-39462e48bd92" providerId="ADAL" clId="{83A706B2-AA95-4CDC-834C-F4D908C80230}" dt="2025-02-09T23:24:42.493" v="173" actId="20577"/>
        <pc:sldMkLst>
          <pc:docMk/>
          <pc:sldMk cId="730501311" sldId="290"/>
        </pc:sldMkLst>
        <pc:spChg chg="mod">
          <ac:chgData name="Christian Camilo Cano Vasquez" userId="8c73a2a4-758b-4e34-81ed-39462e48bd92" providerId="ADAL" clId="{83A706B2-AA95-4CDC-834C-F4D908C80230}" dt="2025-02-09T23:04:13.626" v="39" actId="20577"/>
          <ac:spMkLst>
            <pc:docMk/>
            <pc:sldMk cId="730501311" sldId="290"/>
            <ac:spMk id="2" creationId="{D0F8CF3B-B920-DBFC-F825-0C87B51EADA7}"/>
          </ac:spMkLst>
        </pc:spChg>
        <pc:spChg chg="del">
          <ac:chgData name="Christian Camilo Cano Vasquez" userId="8c73a2a4-758b-4e34-81ed-39462e48bd92" providerId="ADAL" clId="{83A706B2-AA95-4CDC-834C-F4D908C80230}" dt="2025-02-09T22:59:02.631" v="2" actId="478"/>
          <ac:spMkLst>
            <pc:docMk/>
            <pc:sldMk cId="730501311" sldId="290"/>
            <ac:spMk id="4" creationId="{AA9E72FF-B948-6B7A-8909-97C6BE95D6FB}"/>
          </ac:spMkLst>
        </pc:spChg>
        <pc:spChg chg="add mod">
          <ac:chgData name="Christian Camilo Cano Vasquez" userId="8c73a2a4-758b-4e34-81ed-39462e48bd92" providerId="ADAL" clId="{83A706B2-AA95-4CDC-834C-F4D908C80230}" dt="2025-02-09T23:00:11.400" v="3"/>
          <ac:spMkLst>
            <pc:docMk/>
            <pc:sldMk cId="730501311" sldId="290"/>
            <ac:spMk id="5" creationId="{E7488849-10A1-FB48-F511-E57B062CD7E2}"/>
          </ac:spMkLst>
        </pc:spChg>
        <pc:spChg chg="add mod">
          <ac:chgData name="Christian Camilo Cano Vasquez" userId="8c73a2a4-758b-4e34-81ed-39462e48bd92" providerId="ADAL" clId="{83A706B2-AA95-4CDC-834C-F4D908C80230}" dt="2025-02-09T23:00:11.400" v="3"/>
          <ac:spMkLst>
            <pc:docMk/>
            <pc:sldMk cId="730501311" sldId="290"/>
            <ac:spMk id="6" creationId="{68726DAB-1B5F-39D1-63A0-BB708EA6E17F}"/>
          </ac:spMkLst>
        </pc:spChg>
        <pc:spChg chg="add mod">
          <ac:chgData name="Christian Camilo Cano Vasquez" userId="8c73a2a4-758b-4e34-81ed-39462e48bd92" providerId="ADAL" clId="{83A706B2-AA95-4CDC-834C-F4D908C80230}" dt="2025-02-09T23:00:11.400" v="3"/>
          <ac:spMkLst>
            <pc:docMk/>
            <pc:sldMk cId="730501311" sldId="290"/>
            <ac:spMk id="7" creationId="{6D309BFB-98FD-0CBA-3C6A-346D8859893B}"/>
          </ac:spMkLst>
        </pc:spChg>
        <pc:spChg chg="add mod">
          <ac:chgData name="Christian Camilo Cano Vasquez" userId="8c73a2a4-758b-4e34-81ed-39462e48bd92" providerId="ADAL" clId="{83A706B2-AA95-4CDC-834C-F4D908C80230}" dt="2025-02-09T23:02:26.970" v="32" actId="20577"/>
          <ac:spMkLst>
            <pc:docMk/>
            <pc:sldMk cId="730501311" sldId="290"/>
            <ac:spMk id="8" creationId="{E9BD6C85-02F1-7B54-41E3-E3D9883786D8}"/>
          </ac:spMkLst>
        </pc:spChg>
        <pc:spChg chg="add mod">
          <ac:chgData name="Christian Camilo Cano Vasquez" userId="8c73a2a4-758b-4e34-81ed-39462e48bd92" providerId="ADAL" clId="{83A706B2-AA95-4CDC-834C-F4D908C80230}" dt="2025-02-09T23:02:32.780" v="33"/>
          <ac:spMkLst>
            <pc:docMk/>
            <pc:sldMk cId="730501311" sldId="290"/>
            <ac:spMk id="9" creationId="{7431A41C-EEB3-44D0-4622-A915E258C8F0}"/>
          </ac:spMkLst>
        </pc:spChg>
        <pc:spChg chg="mod">
          <ac:chgData name="Christian Camilo Cano Vasquez" userId="8c73a2a4-758b-4e34-81ed-39462e48bd92" providerId="ADAL" clId="{83A706B2-AA95-4CDC-834C-F4D908C80230}" dt="2025-02-09T23:24:42.493" v="173" actId="20577"/>
          <ac:spMkLst>
            <pc:docMk/>
            <pc:sldMk cId="730501311" sldId="290"/>
            <ac:spMk id="16" creationId="{471E1424-6C4B-2D9A-1352-30AFB987AD41}"/>
          </ac:spMkLst>
        </pc:spChg>
      </pc:sldChg>
      <pc:sldChg chg="addSp delSp modSp mod">
        <pc:chgData name="Christian Camilo Cano Vasquez" userId="8c73a2a4-758b-4e34-81ed-39462e48bd92" providerId="ADAL" clId="{83A706B2-AA95-4CDC-834C-F4D908C80230}" dt="2025-02-09T23:24:47.352" v="175" actId="20577"/>
        <pc:sldMkLst>
          <pc:docMk/>
          <pc:sldMk cId="3712356003" sldId="291"/>
        </pc:sldMkLst>
        <pc:spChg chg="mod">
          <ac:chgData name="Christian Camilo Cano Vasquez" userId="8c73a2a4-758b-4e34-81ed-39462e48bd92" providerId="ADAL" clId="{83A706B2-AA95-4CDC-834C-F4D908C80230}" dt="2025-02-09T23:15:16.003" v="106" actId="20577"/>
          <ac:spMkLst>
            <pc:docMk/>
            <pc:sldMk cId="3712356003" sldId="291"/>
            <ac:spMk id="2" creationId="{CA5F0FDF-2A95-453B-4ECA-AEB637FF2694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4" creationId="{FB4B77A0-B37C-3130-FB52-4E560C66946F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5" creationId="{DA7ECAA3-0876-C0FB-D7E5-448FCC5ED226}"/>
          </ac:spMkLst>
        </pc:spChg>
        <pc:spChg chg="del">
          <ac:chgData name="Christian Camilo Cano Vasquez" userId="8c73a2a4-758b-4e34-81ed-39462e48bd92" providerId="ADAL" clId="{83A706B2-AA95-4CDC-834C-F4D908C80230}" dt="2025-02-09T23:09:07.294" v="48" actId="478"/>
          <ac:spMkLst>
            <pc:docMk/>
            <pc:sldMk cId="3712356003" sldId="291"/>
            <ac:spMk id="7" creationId="{21F754A5-65BC-14A3-5F55-75716FFA9027}"/>
          </ac:spMkLst>
        </pc:spChg>
        <pc:spChg chg="del">
          <ac:chgData name="Christian Camilo Cano Vasquez" userId="8c73a2a4-758b-4e34-81ed-39462e48bd92" providerId="ADAL" clId="{83A706B2-AA95-4CDC-834C-F4D908C80230}" dt="2025-02-09T23:09:11.050" v="49" actId="478"/>
          <ac:spMkLst>
            <pc:docMk/>
            <pc:sldMk cId="3712356003" sldId="291"/>
            <ac:spMk id="8" creationId="{CD9C65D4-5494-F5CE-1094-CB0A32C33876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9" creationId="{C1467207-8D05-D4C6-EBD2-209F796AE977}"/>
          </ac:spMkLst>
        </pc:spChg>
        <pc:spChg chg="add mod">
          <ac:chgData name="Christian Camilo Cano Vasquez" userId="8c73a2a4-758b-4e34-81ed-39462e48bd92" providerId="ADAL" clId="{83A706B2-AA95-4CDC-834C-F4D908C80230}" dt="2025-02-09T23:14:26.914" v="81" actId="1035"/>
          <ac:spMkLst>
            <pc:docMk/>
            <pc:sldMk cId="3712356003" sldId="291"/>
            <ac:spMk id="10" creationId="{32E39C0C-95E1-ED90-891A-5D634D9DB76B}"/>
          </ac:spMkLst>
        </pc:spChg>
        <pc:spChg chg="mod">
          <ac:chgData name="Christian Camilo Cano Vasquez" userId="8c73a2a4-758b-4e34-81ed-39462e48bd92" providerId="ADAL" clId="{83A706B2-AA95-4CDC-834C-F4D908C80230}" dt="2025-02-09T23:24:47.352" v="175" actId="20577"/>
          <ac:spMkLst>
            <pc:docMk/>
            <pc:sldMk cId="3712356003" sldId="291"/>
            <ac:spMk id="16" creationId="{5431EA70-9578-8BF1-5A05-77CDC26788B4}"/>
          </ac:spMkLst>
        </pc:spChg>
        <pc:picChg chg="del">
          <ac:chgData name="Christian Camilo Cano Vasquez" userId="8c73a2a4-758b-4e34-81ed-39462e48bd92" providerId="ADAL" clId="{83A706B2-AA95-4CDC-834C-F4D908C80230}" dt="2025-02-09T23:08:10.270" v="47" actId="478"/>
          <ac:picMkLst>
            <pc:docMk/>
            <pc:sldMk cId="3712356003" sldId="291"/>
            <ac:picMk id="6" creationId="{380A8455-6386-C7D5-7BB6-B79D8D91F0EF}"/>
          </ac:picMkLst>
        </pc:picChg>
      </pc:sldChg>
      <pc:sldChg chg="addSp delSp modSp mod">
        <pc:chgData name="Christian Camilo Cano Vasquez" userId="8c73a2a4-758b-4e34-81ed-39462e48bd92" providerId="ADAL" clId="{83A706B2-AA95-4CDC-834C-F4D908C80230}" dt="2025-02-09T23:31:23.910" v="296" actId="20577"/>
        <pc:sldMkLst>
          <pc:docMk/>
          <pc:sldMk cId="2900117438" sldId="292"/>
        </pc:sldMkLst>
        <pc:spChg chg="mod">
          <ac:chgData name="Christian Camilo Cano Vasquez" userId="8c73a2a4-758b-4e34-81ed-39462e48bd92" providerId="ADAL" clId="{83A706B2-AA95-4CDC-834C-F4D908C80230}" dt="2025-02-09T23:31:23.910" v="296" actId="20577"/>
          <ac:spMkLst>
            <pc:docMk/>
            <pc:sldMk cId="2900117438" sldId="292"/>
            <ac:spMk id="2" creationId="{82A62DD6-5488-72A1-9926-0CAEE59089A9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4" creationId="{796EDE51-D41E-C23B-F402-2F7357DE8714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5" creationId="{5A3233C9-FE6F-52D8-4D87-224222BDA8E1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6" creationId="{0C016548-01A2-6E58-B80D-148384B98EB3}"/>
          </ac:spMkLst>
        </pc:spChg>
        <pc:spChg chg="del">
          <ac:chgData name="Christian Camilo Cano Vasquez" userId="8c73a2a4-758b-4e34-81ed-39462e48bd92" providerId="ADAL" clId="{83A706B2-AA95-4CDC-834C-F4D908C80230}" dt="2025-02-09T23:30:21.832" v="251" actId="478"/>
          <ac:spMkLst>
            <pc:docMk/>
            <pc:sldMk cId="2900117438" sldId="292"/>
            <ac:spMk id="7" creationId="{FBC7D187-267A-ADD4-764C-D3820B8ED302}"/>
          </ac:spMkLst>
        </pc:spChg>
        <pc:spChg chg="del">
          <ac:chgData name="Christian Camilo Cano Vasquez" userId="8c73a2a4-758b-4e34-81ed-39462e48bd92" providerId="ADAL" clId="{83A706B2-AA95-4CDC-834C-F4D908C80230}" dt="2025-02-09T23:30:25.360" v="252" actId="478"/>
          <ac:spMkLst>
            <pc:docMk/>
            <pc:sldMk cId="2900117438" sldId="292"/>
            <ac:spMk id="8" creationId="{1EF5BFDA-8EC1-8C73-A932-F36C4DB93C73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9" creationId="{075D03BE-0D6A-89E5-3C68-D7BD97B4676E}"/>
          </ac:spMkLst>
        </pc:spChg>
        <pc:spChg chg="add mod">
          <ac:chgData name="Christian Camilo Cano Vasquez" userId="8c73a2a4-758b-4e34-81ed-39462e48bd92" providerId="ADAL" clId="{83A706B2-AA95-4CDC-834C-F4D908C80230}" dt="2025-02-09T23:30:25.991" v="253"/>
          <ac:spMkLst>
            <pc:docMk/>
            <pc:sldMk cId="2900117438" sldId="292"/>
            <ac:spMk id="10" creationId="{AC01EDEE-71CC-C570-700B-076F03FCF7E1}"/>
          </ac:spMkLst>
        </pc:spChg>
        <pc:spChg chg="mod">
          <ac:chgData name="Christian Camilo Cano Vasquez" userId="8c73a2a4-758b-4e34-81ed-39462e48bd92" providerId="ADAL" clId="{83A706B2-AA95-4CDC-834C-F4D908C80230}" dt="2025-02-09T23:29:51.940" v="250" actId="20577"/>
          <ac:spMkLst>
            <pc:docMk/>
            <pc:sldMk cId="2900117438" sldId="292"/>
            <ac:spMk id="16" creationId="{6AA2E789-F7AE-F068-274C-E0F13A22DBCA}"/>
          </ac:spMkLst>
        </pc:spChg>
      </pc:sldChg>
      <pc:sldChg chg="del">
        <pc:chgData name="Christian Camilo Cano Vasquez" userId="8c73a2a4-758b-4e34-81ed-39462e48bd92" providerId="ADAL" clId="{83A706B2-AA95-4CDC-834C-F4D908C80230}" dt="2025-02-09T23:36:40.142" v="343" actId="47"/>
        <pc:sldMkLst>
          <pc:docMk/>
          <pc:sldMk cId="3660438245" sldId="293"/>
        </pc:sldMkLst>
      </pc:sldChg>
      <pc:sldChg chg="addSp delSp modSp mod">
        <pc:chgData name="Christian Camilo Cano Vasquez" userId="8c73a2a4-758b-4e34-81ed-39462e48bd92" providerId="ADAL" clId="{83A706B2-AA95-4CDC-834C-F4D908C80230}" dt="2025-02-09T23:43:58.113" v="517" actId="20577"/>
        <pc:sldMkLst>
          <pc:docMk/>
          <pc:sldMk cId="2815679427" sldId="294"/>
        </pc:sldMkLst>
        <pc:spChg chg="add del mod">
          <ac:chgData name="Christian Camilo Cano Vasquez" userId="8c73a2a4-758b-4e34-81ed-39462e48bd92" providerId="ADAL" clId="{83A706B2-AA95-4CDC-834C-F4D908C80230}" dt="2025-02-09T23:39:50.840" v="385" actId="20577"/>
          <ac:spMkLst>
            <pc:docMk/>
            <pc:sldMk cId="2815679427" sldId="294"/>
            <ac:spMk id="2" creationId="{B5029729-ADF3-3B30-4FF9-83BE1DB82BD7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4" creationId="{06A90612-6654-786D-6F6A-F4EA67014379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5" creationId="{5032AC03-DEF1-DAF0-236E-A42778A7A062}"/>
          </ac:spMkLst>
        </pc:spChg>
        <pc:spChg chg="add mod">
          <ac:chgData name="Christian Camilo Cano Vasquez" userId="8c73a2a4-758b-4e34-81ed-39462e48bd92" providerId="ADAL" clId="{83A706B2-AA95-4CDC-834C-F4D908C80230}" dt="2025-02-09T23:37:46.370" v="351"/>
          <ac:spMkLst>
            <pc:docMk/>
            <pc:sldMk cId="2815679427" sldId="294"/>
            <ac:spMk id="6" creationId="{3338A34B-BF11-73AC-D891-565FD218C2F6}"/>
          </ac:spMkLst>
        </pc:spChg>
        <pc:spChg chg="add del mod">
          <ac:chgData name="Christian Camilo Cano Vasquez" userId="8c73a2a4-758b-4e34-81ed-39462e48bd92" providerId="ADAL" clId="{83A706B2-AA95-4CDC-834C-F4D908C80230}" dt="2025-02-09T23:39:04.073" v="372" actId="1036"/>
          <ac:spMkLst>
            <pc:docMk/>
            <pc:sldMk cId="2815679427" sldId="294"/>
            <ac:spMk id="7" creationId="{98DE5FDA-4E91-E843-E84A-1467BFAA9986}"/>
          </ac:spMkLst>
        </pc:spChg>
        <pc:spChg chg="add del mod">
          <ac:chgData name="Christian Camilo Cano Vasquez" userId="8c73a2a4-758b-4e34-81ed-39462e48bd92" providerId="ADAL" clId="{83A706B2-AA95-4CDC-834C-F4D908C80230}" dt="2025-02-09T23:43:58.113" v="517" actId="20577"/>
          <ac:spMkLst>
            <pc:docMk/>
            <pc:sldMk cId="2815679427" sldId="294"/>
            <ac:spMk id="8" creationId="{0DA14DBA-172E-DA2C-0573-6A00BF18F4A5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9" creationId="{4D1551B0-A822-E426-5721-B1FC37702FCB}"/>
          </ac:spMkLst>
        </pc:spChg>
        <pc:spChg chg="add mod">
          <ac:chgData name="Christian Camilo Cano Vasquez" userId="8c73a2a4-758b-4e34-81ed-39462e48bd92" providerId="ADAL" clId="{83A706B2-AA95-4CDC-834C-F4D908C80230}" dt="2025-02-09T23:38:32.744" v="355" actId="1076"/>
          <ac:spMkLst>
            <pc:docMk/>
            <pc:sldMk cId="2815679427" sldId="294"/>
            <ac:spMk id="11" creationId="{EFED69C0-44A5-9995-03AC-A48118DEE677}"/>
          </ac:spMkLst>
        </pc:spChg>
        <pc:spChg chg="mod">
          <ac:chgData name="Christian Camilo Cano Vasquez" userId="8c73a2a4-758b-4e34-81ed-39462e48bd92" providerId="ADAL" clId="{83A706B2-AA95-4CDC-834C-F4D908C80230}" dt="2025-02-09T23:38:57.830" v="367" actId="20577"/>
          <ac:spMkLst>
            <pc:docMk/>
            <pc:sldMk cId="2815679427" sldId="294"/>
            <ac:spMk id="16" creationId="{2B8D44BF-A3B5-6BED-C39C-FA8260E83536}"/>
          </ac:spMkLst>
        </pc:spChg>
        <pc:picChg chg="add mod">
          <ac:chgData name="Christian Camilo Cano Vasquez" userId="8c73a2a4-758b-4e34-81ed-39462e48bd92" providerId="ADAL" clId="{83A706B2-AA95-4CDC-834C-F4D908C80230}" dt="2025-02-09T23:38:32.744" v="355" actId="1076"/>
          <ac:picMkLst>
            <pc:docMk/>
            <pc:sldMk cId="2815679427" sldId="294"/>
            <ac:picMk id="10" creationId="{EA7B2FC2-D98A-62A1-228C-2882147646FE}"/>
          </ac:picMkLst>
        </pc:picChg>
      </pc:sldChg>
      <pc:sldChg chg="addSp delSp modSp new mod">
        <pc:chgData name="Christian Camilo Cano Vasquez" userId="8c73a2a4-758b-4e34-81ed-39462e48bd92" providerId="ADAL" clId="{83A706B2-AA95-4CDC-834C-F4D908C80230}" dt="2025-02-09T23:17:54.551" v="115" actId="403"/>
        <pc:sldMkLst>
          <pc:docMk/>
          <pc:sldMk cId="1640019522" sldId="295"/>
        </pc:sldMkLst>
        <pc:spChg chg="del">
          <ac:chgData name="Christian Camilo Cano Vasquez" userId="8c73a2a4-758b-4e34-81ed-39462e48bd92" providerId="ADAL" clId="{83A706B2-AA95-4CDC-834C-F4D908C80230}" dt="2025-02-09T23:17:37.829" v="108" actId="478"/>
          <ac:spMkLst>
            <pc:docMk/>
            <pc:sldMk cId="1640019522" sldId="295"/>
            <ac:spMk id="2" creationId="{5D66A4B3-0EC3-435E-57A3-EB664561ABDB}"/>
          </ac:spMkLst>
        </pc:spChg>
        <pc:spChg chg="del">
          <ac:chgData name="Christian Camilo Cano Vasquez" userId="8c73a2a4-758b-4e34-81ed-39462e48bd92" providerId="ADAL" clId="{83A706B2-AA95-4CDC-834C-F4D908C80230}" dt="2025-02-09T23:17:45.590" v="109"/>
          <ac:spMkLst>
            <pc:docMk/>
            <pc:sldMk cId="1640019522" sldId="295"/>
            <ac:spMk id="3" creationId="{A7B12427-6892-E9F1-A7EF-25CEDC14529C}"/>
          </ac:spMkLst>
        </pc:spChg>
        <pc:spChg chg="add mod">
          <ac:chgData name="Christian Camilo Cano Vasquez" userId="8c73a2a4-758b-4e34-81ed-39462e48bd92" providerId="ADAL" clId="{83A706B2-AA95-4CDC-834C-F4D908C80230}" dt="2025-02-09T23:17:54.551" v="115" actId="403"/>
          <ac:spMkLst>
            <pc:docMk/>
            <pc:sldMk cId="1640019522" sldId="295"/>
            <ac:spMk id="6" creationId="{AF6692CA-D0D0-2BAF-E673-933E02AE2BB8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18:46.605" v="158" actId="20577"/>
        <pc:sldMkLst>
          <pc:docMk/>
          <pc:sldMk cId="3873318961" sldId="296"/>
        </pc:sldMkLst>
        <pc:spChg chg="mod">
          <ac:chgData name="Christian Camilo Cano Vasquez" userId="8c73a2a4-758b-4e34-81ed-39462e48bd92" providerId="ADAL" clId="{83A706B2-AA95-4CDC-834C-F4D908C80230}" dt="2025-02-09T23:18:46.605" v="158" actId="20577"/>
          <ac:spMkLst>
            <pc:docMk/>
            <pc:sldMk cId="3873318961" sldId="296"/>
            <ac:spMk id="6" creationId="{8111062F-F9A0-241E-6CCB-6E8BE4D8C60A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10T11:46:25.185" v="655" actId="20577"/>
        <pc:sldMkLst>
          <pc:docMk/>
          <pc:sldMk cId="3454032079" sldId="297"/>
        </pc:sldMkLst>
        <pc:spChg chg="mod">
          <ac:chgData name="Christian Camilo Cano Vasquez" userId="8c73a2a4-758b-4e34-81ed-39462e48bd92" providerId="ADAL" clId="{83A706B2-AA95-4CDC-834C-F4D908C80230}" dt="2025-02-09T23:26:45.534" v="237" actId="20577"/>
          <ac:spMkLst>
            <pc:docMk/>
            <pc:sldMk cId="3454032079" sldId="297"/>
            <ac:spMk id="2" creationId="{181326FD-308E-2C47-D5D2-57B3357241AA}"/>
          </ac:spMkLst>
        </pc:spChg>
        <pc:spChg chg="mod">
          <ac:chgData name="Christian Camilo Cano Vasquez" userId="8c73a2a4-758b-4e34-81ed-39462e48bd92" providerId="ADAL" clId="{83A706B2-AA95-4CDC-834C-F4D908C80230}" dt="2025-02-09T23:26:13.591" v="226" actId="20577"/>
          <ac:spMkLst>
            <pc:docMk/>
            <pc:sldMk cId="3454032079" sldId="297"/>
            <ac:spMk id="8" creationId="{B08C2240-8810-4E0A-7DCF-E62A8271EA2E}"/>
          </ac:spMkLst>
        </pc:spChg>
        <pc:spChg chg="mod">
          <ac:chgData name="Christian Camilo Cano Vasquez" userId="8c73a2a4-758b-4e34-81ed-39462e48bd92" providerId="ADAL" clId="{83A706B2-AA95-4CDC-834C-F4D908C80230}" dt="2025-02-09T23:26:17.294" v="229" actId="20577"/>
          <ac:spMkLst>
            <pc:docMk/>
            <pc:sldMk cId="3454032079" sldId="297"/>
            <ac:spMk id="9" creationId="{BBDDC809-0F06-CBE2-4D1A-3A2FA36C33A8}"/>
          </ac:spMkLst>
        </pc:spChg>
        <pc:spChg chg="mod">
          <ac:chgData name="Christian Camilo Cano Vasquez" userId="8c73a2a4-758b-4e34-81ed-39462e48bd92" providerId="ADAL" clId="{83A706B2-AA95-4CDC-834C-F4D908C80230}" dt="2025-02-10T11:46:25.185" v="655" actId="20577"/>
          <ac:spMkLst>
            <pc:docMk/>
            <pc:sldMk cId="3454032079" sldId="297"/>
            <ac:spMk id="16" creationId="{5AC39480-E3E5-69B1-401F-A50C45531EF2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36:30.584" v="342" actId="20577"/>
        <pc:sldMkLst>
          <pc:docMk/>
          <pc:sldMk cId="2103719889" sldId="298"/>
        </pc:sldMkLst>
        <pc:spChg chg="mod">
          <ac:chgData name="Christian Camilo Cano Vasquez" userId="8c73a2a4-758b-4e34-81ed-39462e48bd92" providerId="ADAL" clId="{83A706B2-AA95-4CDC-834C-F4D908C80230}" dt="2025-02-09T23:36:30.584" v="342" actId="20577"/>
          <ac:spMkLst>
            <pc:docMk/>
            <pc:sldMk cId="2103719889" sldId="298"/>
            <ac:spMk id="2" creationId="{8D88CB07-C5F5-9BB7-9F41-E171F0F0E2B9}"/>
          </ac:spMkLst>
        </pc:spChg>
        <pc:spChg chg="mod">
          <ac:chgData name="Christian Camilo Cano Vasquez" userId="8c73a2a4-758b-4e34-81ed-39462e48bd92" providerId="ADAL" clId="{83A706B2-AA95-4CDC-834C-F4D908C80230}" dt="2025-02-09T23:35:30.421" v="324" actId="20577"/>
          <ac:spMkLst>
            <pc:docMk/>
            <pc:sldMk cId="2103719889" sldId="298"/>
            <ac:spMk id="9" creationId="{2BDFECD2-156D-6697-CFBF-8CD783F9B986}"/>
          </ac:spMkLst>
        </pc:spChg>
        <pc:spChg chg="mod">
          <ac:chgData name="Christian Camilo Cano Vasquez" userId="8c73a2a4-758b-4e34-81ed-39462e48bd92" providerId="ADAL" clId="{83A706B2-AA95-4CDC-834C-F4D908C80230}" dt="2025-02-09T23:35:34.437" v="331" actId="20577"/>
          <ac:spMkLst>
            <pc:docMk/>
            <pc:sldMk cId="2103719889" sldId="298"/>
            <ac:spMk id="10" creationId="{3BFC64CA-DE35-A528-CF09-36A26DB3DEE4}"/>
          </ac:spMkLst>
        </pc:spChg>
        <pc:spChg chg="mod">
          <ac:chgData name="Christian Camilo Cano Vasquez" userId="8c73a2a4-758b-4e34-81ed-39462e48bd92" providerId="ADAL" clId="{83A706B2-AA95-4CDC-834C-F4D908C80230}" dt="2025-02-09T23:35:16.010" v="319" actId="20577"/>
          <ac:spMkLst>
            <pc:docMk/>
            <pc:sldMk cId="2103719889" sldId="298"/>
            <ac:spMk id="16" creationId="{53FFBD12-4EFF-41C1-4765-2AD268B2BD94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43:30.035" v="490" actId="20577"/>
        <pc:sldMkLst>
          <pc:docMk/>
          <pc:sldMk cId="2685215753" sldId="299"/>
        </pc:sldMkLst>
        <pc:spChg chg="mod">
          <ac:chgData name="Christian Camilo Cano Vasquez" userId="8c73a2a4-758b-4e34-81ed-39462e48bd92" providerId="ADAL" clId="{83A706B2-AA95-4CDC-834C-F4D908C80230}" dt="2025-02-09T23:43:30.035" v="490" actId="20577"/>
          <ac:spMkLst>
            <pc:docMk/>
            <pc:sldMk cId="2685215753" sldId="299"/>
            <ac:spMk id="2" creationId="{43D7D9E5-DAC3-2BB8-7377-826863CBAD4E}"/>
          </ac:spMkLst>
        </pc:spChg>
        <pc:spChg chg="mod">
          <ac:chgData name="Christian Camilo Cano Vasquez" userId="8c73a2a4-758b-4e34-81ed-39462e48bd92" providerId="ADAL" clId="{83A706B2-AA95-4CDC-834C-F4D908C80230}" dt="2025-02-09T23:43:03.787" v="468" actId="1076"/>
          <ac:spMkLst>
            <pc:docMk/>
            <pc:sldMk cId="2685215753" sldId="299"/>
            <ac:spMk id="8" creationId="{643565A9-7DB6-D6EE-152F-2852C8BA7986}"/>
          </ac:spMkLst>
        </pc:spChg>
        <pc:spChg chg="mod">
          <ac:chgData name="Christian Camilo Cano Vasquez" userId="8c73a2a4-758b-4e34-81ed-39462e48bd92" providerId="ADAL" clId="{83A706B2-AA95-4CDC-834C-F4D908C80230}" dt="2025-02-09T23:43:18.188" v="482" actId="20577"/>
          <ac:spMkLst>
            <pc:docMk/>
            <pc:sldMk cId="2685215753" sldId="299"/>
            <ac:spMk id="16" creationId="{C096193E-AB86-E3CD-BDAC-0F9156C1A3F0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09T23:48:20.230" v="543" actId="20577"/>
        <pc:sldMkLst>
          <pc:docMk/>
          <pc:sldMk cId="1023731220" sldId="300"/>
        </pc:sldMkLst>
        <pc:spChg chg="mod">
          <ac:chgData name="Christian Camilo Cano Vasquez" userId="8c73a2a4-758b-4e34-81ed-39462e48bd92" providerId="ADAL" clId="{83A706B2-AA95-4CDC-834C-F4D908C80230}" dt="2025-02-09T23:45:57.548" v="541" actId="20577"/>
          <ac:spMkLst>
            <pc:docMk/>
            <pc:sldMk cId="1023731220" sldId="300"/>
            <ac:spMk id="8" creationId="{B0CFB20A-64F3-A296-71E8-F4FA17D35314}"/>
          </ac:spMkLst>
        </pc:spChg>
        <pc:spChg chg="mod">
          <ac:chgData name="Christian Camilo Cano Vasquez" userId="8c73a2a4-758b-4e34-81ed-39462e48bd92" providerId="ADAL" clId="{83A706B2-AA95-4CDC-834C-F4D908C80230}" dt="2025-02-09T23:48:20.230" v="543" actId="20577"/>
          <ac:spMkLst>
            <pc:docMk/>
            <pc:sldMk cId="1023731220" sldId="300"/>
            <ac:spMk id="16" creationId="{E1662E38-DE72-ADF3-A38E-08ED40DCC2AD}"/>
          </ac:spMkLst>
        </pc:spChg>
      </pc:sldChg>
      <pc:sldChg chg="modSp add mod">
        <pc:chgData name="Christian Camilo Cano Vasquez" userId="8c73a2a4-758b-4e34-81ed-39462e48bd92" providerId="ADAL" clId="{83A706B2-AA95-4CDC-834C-F4D908C80230}" dt="2025-02-10T08:28:14.084" v="652" actId="20577"/>
        <pc:sldMkLst>
          <pc:docMk/>
          <pc:sldMk cId="699864314" sldId="301"/>
        </pc:sldMkLst>
        <pc:spChg chg="mod">
          <ac:chgData name="Christian Camilo Cano Vasquez" userId="8c73a2a4-758b-4e34-81ed-39462e48bd92" providerId="ADAL" clId="{83A706B2-AA95-4CDC-834C-F4D908C80230}" dt="2025-02-09T23:49:32.025" v="650" actId="20577"/>
          <ac:spMkLst>
            <pc:docMk/>
            <pc:sldMk cId="699864314" sldId="301"/>
            <ac:spMk id="2" creationId="{42D73A2E-0E5A-8A39-6B70-F9E94D6DBB70}"/>
          </ac:spMkLst>
        </pc:spChg>
        <pc:spChg chg="mod">
          <ac:chgData name="Christian Camilo Cano Vasquez" userId="8c73a2a4-758b-4e34-81ed-39462e48bd92" providerId="ADAL" clId="{83A706B2-AA95-4CDC-834C-F4D908C80230}" dt="2025-02-10T08:28:14.084" v="652" actId="20577"/>
          <ac:spMkLst>
            <pc:docMk/>
            <pc:sldMk cId="699864314" sldId="301"/>
            <ac:spMk id="16" creationId="{1E256546-3103-104D-A87F-78AEBE5D595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04/05/2026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311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2144-FCBE-6A8A-A0AE-4B9D57DA8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8B7E8D5-CF3D-FB31-A479-FE9B4678B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98ECD-779C-B147-FA65-387301E8B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D029A2-BBAC-779C-5358-BB9C7A2A1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4519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6B1C6-3682-4180-87C4-06A6C4E80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AAE3208-A690-FD1F-E94C-D310F334A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8F7B85C-6C72-3DDD-289B-E766AA64E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1AFB1E-8F28-1193-6909-CAB4A27B1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170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0BA22-DBA9-14F1-E21B-ACB4C6B7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16E6B2-214F-F40F-258D-FF8708102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DB75D3B-42C9-35E9-99BA-0268BA7146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531B01-1E40-9F79-3CC8-FA6E8156BA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4953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18B0B-1527-F1CE-B7C6-3A4EEEE4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D26890C-BFDE-EB57-C86A-5199A0D96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EF1C62-7FB2-EC14-4109-CC2B3204C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8CFB6A-4B50-8F81-53B5-44C94D279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56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2232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9112F-7FB7-4F49-F4F6-C1D0DC6AD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90F532-536D-B583-3561-FD0C56234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C233B1A-142E-BC7B-FE19-6D22CE40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5087E6-8FC6-B2E3-2D74-B3C5168F5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18590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5953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BE0A-4FED-FF2A-A29F-A3D3BA93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8D4508-C900-33E0-69A9-12D9A5EC8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678FD2-F52A-F464-A6DC-9AE4044DC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FF2B29-AFFB-903E-D5AD-4E4E99BA5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298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2.0. COUPLERS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2.0. </a:t>
            </a:r>
            <a:r>
              <a:rPr lang="es-ES" sz="3200" b="1" dirty="0" err="1">
                <a:latin typeface="Lucida Sans"/>
                <a:cs typeface="Lucida Sans"/>
              </a:rPr>
              <a:t>Couplers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Student: Hugo Beltrán Sanz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sz="1600">
                <a:latin typeface="Aptos"/>
              </a:rPr>
              <a:t>SCRIPTS</a:t>
            </a:r>
          </a:p>
          <a:p>
            <a:r>
              <a:rPr sz="1600">
                <a:latin typeface="Aptos"/>
              </a:rPr>
              <a:t>From GitHub -&gt; Fork the repo: https://github.com/cccanvas-upv/cifoin-lab2.git</a:t>
            </a:r>
          </a:p>
          <a:p>
            <a:r>
              <a:rPr sz="1600">
                <a:latin typeface="Aptos"/>
              </a:rPr>
              <a:t>Clone the repo using VSCode</a:t>
            </a:r>
          </a:p>
          <a:p>
            <a:r>
              <a:rPr sz="1600">
                <a:latin typeface="Aptos"/>
              </a:rPr>
              <a:t>Terminal: uv sync</a:t>
            </a:r>
          </a:p>
          <a:p>
            <a:r>
              <a:rPr sz="1600">
                <a:latin typeface="Aptos"/>
              </a:rPr>
              <a:t>Run the Jupyter Notebook: COUPLERS_Student.ipynb</a:t>
            </a:r>
          </a:p>
          <a:p>
            <a:endParaRPr sz="1600">
              <a:latin typeface="Aptos"/>
            </a:endParaRPr>
          </a:p>
          <a:p>
            <a:r>
              <a:rPr sz="1600">
                <a:latin typeface="Aptos"/>
              </a:rPr>
              <a:t>Cross-Sections to be studied:</a:t>
            </a: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1241591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95778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229760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48179" y="4155787"/>
            <a:ext cx="914400" cy="89266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073955" y="3856694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352355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4421819" y="5309818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239000" y="3685362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7663179" y="4163346"/>
            <a:ext cx="3165333" cy="48374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10954" y="3926878"/>
            <a:ext cx="73342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s-ES"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7663179" y="4325314"/>
            <a:ext cx="3165333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lang="es-ES" sz="1600" b="1" spc="-10" dirty="0">
                <a:latin typeface="Calibri"/>
                <a:cs typeface="Calibri"/>
              </a:rPr>
              <a:t>MMI </a:t>
            </a:r>
            <a:r>
              <a:rPr lang="es-ES" sz="1600" b="1" spc="-10" dirty="0" err="1">
                <a:latin typeface="Calibri"/>
                <a:cs typeface="Calibri"/>
              </a:rPr>
              <a:t>Body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7284458" y="5303772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7377675" y="5580458"/>
            <a:ext cx="3954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Multimode Interference (MMI) </a:t>
            </a:r>
            <a:r>
              <a:rPr lang="en-US" dirty="0"/>
              <a:t>coupler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1168826" y="5579058"/>
            <a:ext cx="27431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Directional </a:t>
            </a:r>
            <a:r>
              <a:rPr lang="en-US" dirty="0"/>
              <a:t>coupler (DC)</a:t>
            </a:r>
          </a:p>
        </p:txBody>
      </p:sp>
      <p:sp>
        <p:nvSpPr>
          <p:cNvPr id="7" name="object 73">
            <a:extLst>
              <a:ext uri="{FF2B5EF4-FFF2-40B4-BE49-F238E27FC236}">
                <a16:creationId xmlns:a16="http://schemas.microsoft.com/office/drawing/2014/main" id="{9404A65A-9F07-371B-17B4-56EE1381567B}"/>
              </a:ext>
            </a:extLst>
          </p:cNvPr>
          <p:cNvSpPr txBox="1"/>
          <p:nvPr/>
        </p:nvSpPr>
        <p:spPr>
          <a:xfrm>
            <a:off x="1948179" y="4331380"/>
            <a:ext cx="9849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64">
            <a:extLst>
              <a:ext uri="{FF2B5EF4-FFF2-40B4-BE49-F238E27FC236}">
                <a16:creationId xmlns:a16="http://schemas.microsoft.com/office/drawing/2014/main" id="{B06C28EB-4BF4-A40B-513B-ACC7E468CDC3}"/>
              </a:ext>
            </a:extLst>
          </p:cNvPr>
          <p:cNvSpPr/>
          <p:nvPr/>
        </p:nvSpPr>
        <p:spPr>
          <a:xfrm flipV="1">
            <a:off x="2911079" y="5067632"/>
            <a:ext cx="590401" cy="45719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3">
            <a:extLst>
              <a:ext uri="{FF2B5EF4-FFF2-40B4-BE49-F238E27FC236}">
                <a16:creationId xmlns:a16="http://schemas.microsoft.com/office/drawing/2014/main" id="{4601CBDA-CF6C-DA98-1398-C31497498862}"/>
              </a:ext>
            </a:extLst>
          </p:cNvPr>
          <p:cNvSpPr txBox="1"/>
          <p:nvPr/>
        </p:nvSpPr>
        <p:spPr>
          <a:xfrm>
            <a:off x="2939643" y="5090491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lang="es-ES" sz="1400" dirty="0">
                <a:latin typeface="Calibri"/>
                <a:cs typeface="Calibri"/>
              </a:rPr>
              <a:t>g</a:t>
            </a:r>
            <a:endParaRPr sz="1400" dirty="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lang="es-ES" sz="1400" spc="-10" dirty="0">
                <a:latin typeface="Calibri"/>
                <a:cs typeface="Calibri"/>
              </a:rPr>
              <a:t>gap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1" name="object 62">
            <a:extLst>
              <a:ext uri="{FF2B5EF4-FFF2-40B4-BE49-F238E27FC236}">
                <a16:creationId xmlns:a16="http://schemas.microsoft.com/office/drawing/2014/main" id="{F1DAA8E2-74AD-BD39-C248-2324458F6D54}"/>
              </a:ext>
            </a:extLst>
          </p:cNvPr>
          <p:cNvSpPr/>
          <p:nvPr/>
        </p:nvSpPr>
        <p:spPr>
          <a:xfrm>
            <a:off x="7448782" y="4331380"/>
            <a:ext cx="67949" cy="610424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3">
            <a:extLst>
              <a:ext uri="{FF2B5EF4-FFF2-40B4-BE49-F238E27FC236}">
                <a16:creationId xmlns:a16="http://schemas.microsoft.com/office/drawing/2014/main" id="{FCE9BE8C-E2F4-7CBE-236B-A2E5451F5C01}"/>
              </a:ext>
            </a:extLst>
          </p:cNvPr>
          <p:cNvSpPr txBox="1"/>
          <p:nvPr/>
        </p:nvSpPr>
        <p:spPr>
          <a:xfrm>
            <a:off x="6882764" y="4389164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74687F-7302-3F32-F9D1-0566D05F33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335A49-ACE2-C055-50CA-8DD755D2E7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AF6692CA-D0D0-2BAF-E673-933E02AE2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52650"/>
            <a:ext cx="10972800" cy="430887"/>
          </a:xfrm>
        </p:spPr>
        <p:txBody>
          <a:bodyPr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Directional coupler</a:t>
            </a:r>
          </a:p>
        </p:txBody>
      </p:sp>
    </p:spTree>
    <p:extLst>
      <p:ext uri="{BB962C8B-B14F-4D97-AF65-F5344CB8AC3E}">
        <p14:creationId xmlns:p14="http://schemas.microsoft.com/office/powerpoint/2010/main" val="1640019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 dirty="0">
                <a:latin typeface="Aptos"/>
              </a:rPr>
              <a:t>Learning outcome #1 - Directional coupler cross-section in </a:t>
            </a:r>
            <a:r>
              <a:rPr sz="2100" b="1" dirty="0" err="1">
                <a:latin typeface="Aptos"/>
              </a:rPr>
              <a:t>GDSFactory</a:t>
            </a:r>
            <a:endParaRPr sz="2100" b="1" dirty="0">
              <a:latin typeface="Apto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72385"/>
            <a:ext cx="2743200" cy="1930149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762000"/>
            <a:ext cx="4999169" cy="3805338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85800" y="4668395"/>
            <a:ext cx="10652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dirty="0" err="1">
                <a:solidFill>
                  <a:srgbClr val="191919"/>
                </a:solidFill>
                <a:latin typeface="Aptos"/>
              </a:rPr>
              <a:t>n_eff</a:t>
            </a:r>
            <a:r>
              <a:rPr sz="1200" dirty="0">
                <a:solidFill>
                  <a:srgbClr val="191919"/>
                </a:solidFill>
                <a:latin typeface="Aptos"/>
              </a:rPr>
              <a:t>: TE even/odd = 1.609425 / 1.601166; TM even/odd = 1.535403 / 1.520573.</a:t>
            </a:r>
          </a:p>
          <a:p>
            <a:pPr>
              <a:spcAft>
                <a:spcPts val="200"/>
              </a:spcAft>
            </a:pPr>
            <a:r>
              <a:rPr sz="1200" dirty="0">
                <a:solidFill>
                  <a:srgbClr val="191919"/>
                </a:solidFill>
                <a:latin typeface="Aptos"/>
              </a:rPr>
              <a:t>TE fraction is ~0.995 for modes 0-1 and TM fraction is ~0.99 for modes 2-3.</a:t>
            </a:r>
          </a:p>
          <a:p>
            <a:pPr>
              <a:spcAft>
                <a:spcPts val="200"/>
              </a:spcAft>
            </a:pPr>
            <a:r>
              <a:rPr sz="1200" dirty="0" err="1">
                <a:solidFill>
                  <a:srgbClr val="191919"/>
                </a:solidFill>
                <a:latin typeface="Aptos"/>
              </a:rPr>
              <a:t>Lpi_TE</a:t>
            </a:r>
            <a:r>
              <a:rPr sz="1200" dirty="0">
                <a:solidFill>
                  <a:srgbClr val="191919"/>
                </a:solidFill>
                <a:latin typeface="Aptos"/>
              </a:rPr>
              <a:t> = 93.84 um and </a:t>
            </a:r>
            <a:r>
              <a:rPr sz="1200" dirty="0" err="1">
                <a:solidFill>
                  <a:srgbClr val="191919"/>
                </a:solidFill>
                <a:latin typeface="Aptos"/>
              </a:rPr>
              <a:t>Lpi_TM</a:t>
            </a:r>
            <a:r>
              <a:rPr sz="1200" dirty="0">
                <a:solidFill>
                  <a:srgbClr val="191919"/>
                </a:solidFill>
                <a:latin typeface="Aptos"/>
              </a:rPr>
              <a:t> = 52.26 um, so the coupling length is polarization dependent.</a:t>
            </a: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Learning outcome #2 - Directional coupler length and coupling coefficient</a:t>
            </a:r>
            <a:br/>
            <a:r>
              <a:rPr sz="2100" b="1">
                <a:latin typeface="Aptos"/>
              </a:rPr>
              <a:t>Wavelength 1.5 um - width 1.2 um - gap 0.6 um - thickness 300 nm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847" y="1097280"/>
            <a:ext cx="5141505" cy="32461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777240" y="4434840"/>
            <a:ext cx="104698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At lambda = 1.50 um, the deep directional coupler gives Lpi_TE = 118.67 um and L_50/50 = 59.34 um.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The normalized response is K = sin^2(pi L / 2 Lpi): 50/50 at L/Lpi = 0.5 and complete transfer at L/Lpi = 1.</a:t>
            </a:r>
          </a:p>
        </p:txBody>
      </p:sp>
    </p:spTree>
    <p:extLst>
      <p:ext uri="{BB962C8B-B14F-4D97-AF65-F5344CB8AC3E}">
        <p14:creationId xmlns:p14="http://schemas.microsoft.com/office/powerpoint/2010/main" val="366362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Learning outcome #3 - 2x2 Directional Coupler</a:t>
            </a:r>
            <a:br/>
            <a:r>
              <a:rPr sz="2100" b="1">
                <a:latin typeface="Aptos"/>
              </a:rPr>
              <a:t>Wavelength 1.55 um - gap sweep 0.2 to 1.2 um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42632"/>
            <a:ext cx="4754880" cy="1189655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929" y="1051560"/>
            <a:ext cx="4979941" cy="297180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85800" y="4251960"/>
            <a:ext cx="1065276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91919"/>
                </a:solidFill>
                <a:latin typeface="Aptos"/>
              </a:rPr>
              <a:t>Gap sweep Lpi [um]: 0.2-&gt;25.81, 0.4-&gt;50.11, 0.6-&gt;94.03, 0.8-&gt;173.96, 1.0-&gt;318.88, 1.2-&gt;580.43.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91919"/>
                </a:solidFill>
                <a:latin typeface="Aptos"/>
              </a:rPr>
              <a:t>For gap = 0.6 um: L_50/50 = 47.01 um, ratio = 0.500/0.500 and EL = 0.135 dB. Larger gap reduces evanescent coupling and increases Lpi; EL is not monotonic in this EME sweep.</a:t>
            </a:r>
          </a:p>
        </p:txBody>
      </p:sp>
    </p:spTree>
    <p:extLst>
      <p:ext uri="{BB962C8B-B14F-4D97-AF65-F5344CB8AC3E}">
        <p14:creationId xmlns:p14="http://schemas.microsoft.com/office/powerpoint/2010/main" val="1558326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 dirty="0">
                <a:latin typeface="Aptos"/>
              </a:rPr>
              <a:t>Learning outcome #4 - Parallel uncoupled waveguides - TE0 mode</a:t>
            </a:r>
            <a:br>
              <a:rPr dirty="0"/>
            </a:br>
            <a:r>
              <a:rPr sz="2100" b="1" dirty="0">
                <a:latin typeface="Aptos"/>
              </a:rPr>
              <a:t>Wavelength 1.55 um, width 1.0 um, L = 10 mm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1467207-8D05-D4C6-EBD2-209F796AE977}"/>
                  </a:ext>
                </a:extLst>
              </p:cNvPr>
              <p:cNvSpPr txBox="1"/>
              <p:nvPr/>
            </p:nvSpPr>
            <p:spPr>
              <a:xfrm>
                <a:off x="1079403" y="2480496"/>
                <a:ext cx="45466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vs gap for 10 mm </a:t>
                </a:r>
                <a:r>
                  <a:rPr lang="en-US" dirty="0" err="1"/>
                  <a:t>wvgs</a:t>
                </a:r>
                <a:r>
                  <a:rPr lang="en-US" dirty="0"/>
                  <a:t> to be uncoupled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1467207-8D05-D4C6-EBD2-209F796AE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480496"/>
                <a:ext cx="4546634" cy="1200329"/>
              </a:xfrm>
              <a:prstGeom prst="rect">
                <a:avLst/>
              </a:prstGeom>
              <a:blipFill>
                <a:blip r:embed="rId4"/>
                <a:stretch>
                  <a:fillRect t="-304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2E39C0C-95E1-ED90-891A-5D634D9DB76B}"/>
                  </a:ext>
                </a:extLst>
              </p:cNvPr>
              <p:cNvSpPr txBox="1"/>
              <p:nvPr/>
            </p:nvSpPr>
            <p:spPr>
              <a:xfrm>
                <a:off x="6883366" y="2480496"/>
                <a:ext cx="454663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r>
                  <a:rPr lang="en-US" dirty="0" err="1"/>
                  <a:t>slab_thickness</a:t>
                </a:r>
                <a:r>
                  <a:rPr lang="en-US" dirty="0"/>
                  <a:t> = 150 nm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vs gap for 10 mm </a:t>
                </a:r>
                <a:r>
                  <a:rPr lang="en-US" dirty="0" err="1"/>
                  <a:t>wvgs</a:t>
                </a:r>
                <a:r>
                  <a:rPr lang="en-US" dirty="0"/>
                  <a:t> to be uncoupled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2E39C0C-95E1-ED90-891A-5D634D9D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480496"/>
                <a:ext cx="4546634" cy="1200329"/>
              </a:xfrm>
              <a:prstGeom prst="rect">
                <a:avLst/>
              </a:prstGeom>
              <a:blipFill>
                <a:blip r:embed="rId5"/>
                <a:stretch>
                  <a:fillRect t="-3046" b="-710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188AFB32-6290-1EDA-65A9-3F010417A5F1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70000"/>
            <a:ext cx="4953000" cy="28511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2BFD043-1095-BEC0-E879-EFA386CEE414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270000"/>
            <a:ext cx="4953000" cy="285115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F9A14E8-59F6-2DAE-1A0B-B50787C2B8AD}"/>
              </a:ext>
            </a:extLst>
          </p:cNvPr>
          <p:cNvSpPr/>
          <p:nvPr/>
        </p:nvSpPr>
        <p:spPr>
          <a:xfrm>
            <a:off x="762000" y="4495800"/>
            <a:ext cx="10668000" cy="10414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76200" rtlCol="0" anchor="ctr"/>
          <a:lstStyle/>
          <a:p>
            <a:pPr algn="ctr">
              <a:spcAft>
                <a:spcPts val="400"/>
              </a:spcAft>
            </a:pPr>
            <a:r>
              <a:rPr lang="en-US" sz="1300">
                <a:solidFill>
                  <a:srgbClr val="202020"/>
                </a:solidFill>
                <a:latin typeface="Arial" panose="020B0604020202020204" pitchFamily="34" charset="0"/>
              </a:rPr>
              <a:t>First sampled K&lt;0.01 points can be periodic recurrences for exactly 10 mm, so they are reported but not used as the final layout rule.</a:t>
            </a:r>
          </a:p>
          <a:p>
            <a:pPr algn="ctr">
              <a:spcAft>
                <a:spcPts val="400"/>
              </a:spcAft>
            </a:pPr>
            <a:r>
              <a:rPr lang="en-US" sz="1300">
                <a:solidFill>
                  <a:srgbClr val="202020"/>
                </a:solidFill>
                <a:latin typeface="Arial" panose="020B0604020202020204" pitchFamily="34" charset="0"/>
              </a:rPr>
              <a:t>Conservative criterion: invert K = sin^2(pi L / 2 Lpi) and require Lpi &gt; 156.8 mm; selected gaps are deep = 4.0 um and shallow = 5.0 um.</a:t>
            </a:r>
            <a:endParaRPr lang="es-ES" sz="130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D4982-2E99-3EE0-CEBE-CEF54821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D29C4-F13C-8947-EF1D-2CBDDD14AC5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A4EFD1-1AF6-F17D-1B27-5115800F99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8111062F-F9A0-241E-6CCB-6E8BE4D8C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52650"/>
            <a:ext cx="10972800" cy="430887"/>
          </a:xfrm>
        </p:spPr>
        <p:txBody>
          <a:bodyPr/>
          <a:lstStyle/>
          <a:p>
            <a:pPr algn="ctr"/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Multimode Interferometer (MMI) Coupler</a:t>
            </a:r>
          </a:p>
        </p:txBody>
      </p:sp>
    </p:spTree>
    <p:extLst>
      <p:ext uri="{BB962C8B-B14F-4D97-AF65-F5344CB8AC3E}">
        <p14:creationId xmlns:p14="http://schemas.microsoft.com/office/powerpoint/2010/main" val="3873318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Learning outcome #5 - Multimode Interference (MMI) Coupler cross-section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548847"/>
            <a:ext cx="2743200" cy="1977226"/>
          </a:xfrm>
          <a:prstGeom prst="rect">
            <a:avLst/>
          </a:prstGeom>
        </p:spPr>
      </p:pic>
      <p:pic>
        <p:nvPicPr>
          <p:cNvPr id="86" name="Picture 85" descr="lo5_mmi_modes_cont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454621"/>
            <a:ext cx="7955278" cy="2202254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685800" y="4343400"/>
            <a:ext cx="106527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For W_MMI = 12 um, first TE-like modes: n_eff = 1.678660 and 1.675127. First TM-like modes: n_eff = 1.577421 and 1.573889.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Lpi_TE = 219.41 um and Lpi_TM = 219.48 um. The deep MMI body is almost polarization matched for this width, but not exactly identical.</a:t>
            </a:r>
          </a:p>
        </p:txBody>
      </p:sp>
    </p:spTree>
    <p:extLst>
      <p:ext uri="{BB962C8B-B14F-4D97-AF65-F5344CB8AC3E}">
        <p14:creationId xmlns:p14="http://schemas.microsoft.com/office/powerpoint/2010/main" val="1802451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7C0E-2677-BADF-D636-6F9B71E66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B8D44BF-A3B5-6BED-C39C-FA8260E83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Learning outcome #6.1 - 2x2 Multimode Interference Coupler</a:t>
            </a:r>
            <a:br/>
            <a:r>
              <a:rPr sz="2100" b="1">
                <a:latin typeface="Aptos"/>
              </a:rPr>
              <a:t>Wavelength 1.55 um, wMMI = 6.6 um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DFCF1AD-6B06-F914-AC0B-80F0ED838E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A656CCE-66E0-EAE0-5C63-DF1315DF629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AB6581-C493-80EB-A67F-5289454DAA2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410" y="1051560"/>
            <a:ext cx="7936380" cy="32461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22960" y="4434840"/>
            <a:ext cx="103327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lang="en-US" sz="1350">
                <a:solidFill>
                  <a:srgbClr val="202020"/>
                </a:solidFill>
                <a:latin typeface="Arial" panose="020B0604020202020204" pitchFamily="34" charset="0"/>
              </a:rPr>
              <a:t>Baseline: L = 0.5 Lpi = 34.52 um, I/O at +/- W/6. Total OUT power = 0.9075, EL = 0.4217 dB, ratio = 0.5152/0.4848.</a:t>
            </a:r>
          </a:p>
          <a:p>
            <a:pPr>
              <a:spcAft>
                <a:spcPts val="200"/>
              </a:spcAft>
            </a:pPr>
            <a:r>
              <a:rPr lang="en-US" sz="1350">
                <a:solidFill>
                  <a:srgbClr val="202020"/>
                </a:solidFill>
                <a:latin typeface="Arial" panose="020B0604020202020204" pitchFamily="34" charset="0"/>
              </a:rPr>
              <a:t>Compared with the DC 50/50 case at gap = 0.6 um, the MMI is shorter (34.52 um vs 47.01 um), but its baseline excess loss is higher before optimization.</a:t>
            </a:r>
          </a:p>
          <a:p>
            <a:pPr>
              <a:spcAft>
                <a:spcPts val="200"/>
              </a:spcAft>
            </a:pPr>
            <a:r>
              <a:rPr lang="en-US" sz="1350">
                <a:solidFill>
                  <a:srgbClr val="202020"/>
                </a:solidFill>
                <a:latin typeface="Arial" panose="020B0604020202020204" pitchFamily="34" charset="0"/>
              </a:rPr>
              <a:t>Imbalance is about 3.0 percentage points, so this is a useful starting point but needs optimization.</a:t>
            </a:r>
            <a:endParaRPr sz="1350">
              <a:solidFill>
                <a:srgbClr val="20202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67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11DBE-A482-7036-60B2-70B7E2318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096193E-AB86-E3CD-BDAC-0F9156C1A3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Learning outcome #6.2 - 2x2 Multimode Interference Coupler Optimization</a:t>
            </a:r>
            <a:br/>
            <a:r>
              <a:rPr sz="2100" b="1">
                <a:latin typeface="Aptos"/>
              </a:rPr>
              <a:t>Wavelength 1.55 um, wMMI = 6.6 um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D17DCD6-D851-E62D-D95C-A9F995460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891046F-11DC-B7FC-54F7-9583E688DC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9BAA39-017F-D602-6705-A6CF4483013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1731" y="1051560"/>
            <a:ext cx="7843737" cy="32461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22960" y="4434840"/>
            <a:ext cx="103327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Manual optimization: dy = 0.07 um and dL = -0.8 um with 1.0 um I/O width. Total OUT power = 0.9076, EL = 0.4210 dB.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Output ratio improves to 0.5003/0.4997; loss remains similar because mode overlap has not been improved.</a:t>
            </a:r>
          </a:p>
        </p:txBody>
      </p:sp>
    </p:spTree>
    <p:extLst>
      <p:ext uri="{BB962C8B-B14F-4D97-AF65-F5344CB8AC3E}">
        <p14:creationId xmlns:p14="http://schemas.microsoft.com/office/powerpoint/2010/main" val="2685215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9819-E058-DC4F-FB99-88F20442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1662E38-DE72-ADF3-A38E-08ED40DCC2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Learning outcome #6.3 - 2x2 MMI Optimization with wider I/O</a:t>
            </a:r>
            <a:br/>
            <a:r>
              <a:rPr sz="2100" b="1">
                <a:latin typeface="Aptos"/>
              </a:rPr>
              <a:t>Wavelength 1.55 um, wMMI = 6.6 um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CD4B005-DA76-DF7C-8A51-CA16DFD2CA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B06F952-20FD-3223-6AB8-83339507AF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06152F-2A2C-A19B-581F-494FDFF3375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7583" y="1051560"/>
            <a:ext cx="7952033" cy="32461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22960" y="4434840"/>
            <a:ext cx="1033272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I/O total width = 2.0 um (wg_width_dw = 1.0 um), dy = 0.05 um and dL = +0.2 um.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Total OUT power = 0.9924, EL = 0.0332 dB and ratio = 0.4996/0.5004. This meets the 50/50 and &lt;0.1 dB targets.</a:t>
            </a:r>
          </a:p>
        </p:txBody>
      </p:sp>
    </p:spTree>
    <p:extLst>
      <p:ext uri="{BB962C8B-B14F-4D97-AF65-F5344CB8AC3E}">
        <p14:creationId xmlns:p14="http://schemas.microsoft.com/office/powerpoint/2010/main" val="1023731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A1363-C83E-82B6-7BDE-AD2801F8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E256546-3103-104D-A87F-78AEBE5D59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Learning outcome #7 - 1x4 Multimode Interference Coupler</a:t>
            </a:r>
            <a:br/>
            <a:r>
              <a:rPr sz="2100" b="1">
                <a:latin typeface="Aptos"/>
              </a:rPr>
              <a:t>Wavelength 1.55 um, wMMI = 6.5 um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BFCA3D8-29F6-7091-7099-77888A9F86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2E75535-0FBC-4C5F-9AC5-7008914FCF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7AC2AFF-A7D9-EBCD-7C5A-6CDF61B6936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p:pic>
        <p:nvPicPr>
          <p:cNvPr id="85" name="Picture 84" descr="lo7_mmi_1x4_propag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6336" y="1051560"/>
            <a:ext cx="5014528" cy="32461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22960" y="4434840"/>
            <a:ext cx="1033272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191919"/>
                </a:solidFill>
                <a:latin typeface="Aptos"/>
              </a:rPr>
              <a:t>Mini-sweep selected W = 6.5 um, scale = 1.04, dL = +0.6 um. Lpi = 67.05 um and total length = 13.17 um.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91919"/>
                </a:solidFill>
                <a:latin typeface="Aptos"/>
              </a:rPr>
              <a:t>Total OUT power = 0.9573, EL = 0.1895 dB, ratios = 0.2470/0.2530/0.2531/0.2469. This improves loss versus the previous equal-split design while keeping imbalance below 0.31 percentage points.</a:t>
            </a:r>
          </a:p>
        </p:txBody>
      </p:sp>
    </p:spTree>
    <p:extLst>
      <p:ext uri="{BB962C8B-B14F-4D97-AF65-F5344CB8AC3E}">
        <p14:creationId xmlns:p14="http://schemas.microsoft.com/office/powerpoint/2010/main" val="699864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Extra #1 - Directional coupler gap dependence</a:t>
            </a:r>
            <a:br/>
            <a:r>
              <a:rPr sz="2100" b="1">
                <a:latin typeface="Aptos"/>
              </a:rPr>
              <a:t>Wavelength 1.55 um, width 1.0 um, gap 0.2-2.4 um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9BD6C85-02F1-7B54-41E3-E3D9883786D8}"/>
                  </a:ext>
                </a:extLst>
              </p:cNvPr>
              <p:cNvSpPr txBox="1"/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gap for TE and TM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9BD6C85-02F1-7B54-41E3-E3D988378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blipFill>
                <a:blip r:embed="rId4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431A41C-EEB3-44D0-4622-A915E258C8F0}"/>
                  </a:ext>
                </a:extLst>
              </p:cNvPr>
              <p:cNvSpPr txBox="1"/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gap for TE and TM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7431A41C-EEB3-44D0-4622-A915E258C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Picture 84" descr="extra1_dc_gap_dependence_deep_shallow_TE_T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075301"/>
            <a:ext cx="6035040" cy="347295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03720" y="1234440"/>
            <a:ext cx="425196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Curves: deep TE, deep TM, shallow TE, shallow TM.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Lpi generally rises quickly with gap because the evanescent overlap decreases.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At gap = 0.6 um: deep TE/TM = 58.77/38.43 um; shallow TE/TM = 39.25/33.86 um.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The TM and slab behavior differs strongly at large gap.</a:t>
            </a:r>
          </a:p>
        </p:txBody>
      </p:sp>
    </p:spTree>
    <p:extLst>
      <p:ext uri="{BB962C8B-B14F-4D97-AF65-F5344CB8AC3E}">
        <p14:creationId xmlns:p14="http://schemas.microsoft.com/office/powerpoint/2010/main" val="179796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0F79-E2ED-1B1B-6289-A1259E80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AC39480-E3E5-69B1-401F-A50C45531E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Extra #2 - Directional coupler wavelength dependence</a:t>
            </a:r>
            <a:br/>
            <a:r>
              <a:rPr sz="2100" b="1">
                <a:latin typeface="Aptos"/>
              </a:rPr>
              <a:t>Wavelengths 1.5-1.7 um, gap = 0.6 um, width 1.0 um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BEE8680-2E49-EF52-0E73-7736679A4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3F99BBB-5F10-0BE4-E2DE-E78EAA82F5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B2FA4B-8D15-84DC-29D1-94F9F850476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08C2240-8810-4E0A-7DCF-E62A8271EA2E}"/>
                  </a:ext>
                </a:extLst>
              </p:cNvPr>
              <p:cNvSpPr txBox="1"/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:r>
                  <a:rPr lang="en-US" dirty="0" err="1"/>
                  <a:t>wvl</a:t>
                </a:r>
                <a:r>
                  <a:rPr lang="en-US" dirty="0"/>
                  <a:t> for TE and TM</a:t>
                </a:r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08C2240-8810-4E0A-7DCF-E62A8271E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blipFill>
                <a:blip r:embed="rId4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BDDC809-0F06-CBE2-4D1A-3A2FA36C33A8}"/>
                  </a:ext>
                </a:extLst>
              </p:cNvPr>
              <p:cNvSpPr txBox="1"/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:r>
                  <a:rPr lang="en-US" dirty="0" err="1"/>
                  <a:t>wvl</a:t>
                </a:r>
                <a:r>
                  <a:rPr lang="en-US" dirty="0"/>
                  <a:t> for TE and TM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BDDC809-0F06-CBE2-4D1A-3A2FA36C3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Picture 84" descr="extra2_dc_wavelength_dependence_deep_shallow_TE_T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078640"/>
            <a:ext cx="6035040" cy="3466279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03720" y="1234440"/>
            <a:ext cx="425196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Relative Lpi change from 1.5 to 1.7 um: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deep TE = -44.0%, deep TM = -25.0%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shallow TE = -22.1%, shallow TM = -10.2%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Directional couplers are wavelength sensitive, especially the deep TE case.</a:t>
            </a:r>
          </a:p>
        </p:txBody>
      </p:sp>
    </p:spTree>
    <p:extLst>
      <p:ext uri="{BB962C8B-B14F-4D97-AF65-F5344CB8AC3E}">
        <p14:creationId xmlns:p14="http://schemas.microsoft.com/office/powerpoint/2010/main" val="813558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Extra #3 - MMI coupler wavelength dependence</a:t>
            </a:r>
            <a:br/>
            <a:r>
              <a:rPr sz="2100" b="1">
                <a:latin typeface="Aptos"/>
              </a:rPr>
              <a:t>Wavelengths 1.5-1.7 um, wMMI = 6.6 um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75D03BE-0D6A-89E5-3C68-D7BD97B4676E}"/>
                  </a:ext>
                </a:extLst>
              </p:cNvPr>
              <p:cNvSpPr txBox="1"/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:r>
                  <a:rPr lang="en-US" dirty="0" err="1"/>
                  <a:t>wvl</a:t>
                </a:r>
                <a:r>
                  <a:rPr lang="en-US" dirty="0"/>
                  <a:t> for TE and TM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75D03BE-0D6A-89E5-3C68-D7BD97B46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blipFill>
                <a:blip r:embed="rId4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C01EDEE-71CC-C570-700B-076F03FCF7E1}"/>
                  </a:ext>
                </a:extLst>
              </p:cNvPr>
              <p:cNvSpPr txBox="1"/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</a:t>
                </a:r>
                <a:r>
                  <a:rPr lang="en-US" dirty="0" err="1"/>
                  <a:t>wvl</a:t>
                </a:r>
                <a:r>
                  <a:rPr lang="en-US" dirty="0"/>
                  <a:t> for TE and TM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AC01EDEE-71CC-C570-700B-076F03FCF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Picture 84" descr="extra3_mmi_wavelength_dependence_deep_shallow_TE_T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078640"/>
            <a:ext cx="6035040" cy="3466279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03720" y="1234440"/>
            <a:ext cx="425196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MMI relative Lpi change: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deep TE/TM = -11.5% / -8.0%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shallow TE/TM = -9.9% / -7.1%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For the same slab and polarization, the MMI varies less than the directional coupler in Extra #2.</a:t>
            </a:r>
          </a:p>
        </p:txBody>
      </p:sp>
    </p:spTree>
    <p:extLst>
      <p:ext uri="{BB962C8B-B14F-4D97-AF65-F5344CB8AC3E}">
        <p14:creationId xmlns:p14="http://schemas.microsoft.com/office/powerpoint/2010/main" val="955145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5C897-D580-E5C1-161C-F8E07269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3FFBD12-4EFF-41C1-4765-2AD268B2BD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100" b="1">
                <a:latin typeface="Aptos"/>
              </a:rPr>
              <a:t>Extra #4 - MMI body width dependence</a:t>
            </a:r>
            <a:br/>
            <a:r>
              <a:rPr sz="2100" b="1">
                <a:latin typeface="Aptos"/>
              </a:rPr>
              <a:t>Wavelength 1.55 um, wMMI = 5-10 um</a:t>
            </a: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14AF521-052E-A1FA-D63D-CB0826C48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C87B233-8A68-967F-55BC-3A828B5F39B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1B524E-0E15-1C98-31B0-C98BD07BFBE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2.0. COUPLERS</a:t>
            </a:r>
            <a:endParaRPr lang="es-ES" spc="-5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BDFECD2-156D-6697-CFBF-8CD783F9B986}"/>
                  </a:ext>
                </a:extLst>
              </p:cNvPr>
              <p:cNvSpPr txBox="1"/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deep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width for TE and TM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BDFECD2-156D-6697-CFBF-8CD783F9B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403" y="2709096"/>
                <a:ext cx="4546634" cy="923330"/>
              </a:xfrm>
              <a:prstGeom prst="rect">
                <a:avLst/>
              </a:prstGeom>
              <a:blipFill>
                <a:blip r:embed="rId4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BFC64CA-DE35-A528-CF09-36A26DB3DEE4}"/>
                  </a:ext>
                </a:extLst>
              </p:cNvPr>
              <p:cNvSpPr txBox="1"/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shallow</a:t>
                </a:r>
                <a:r>
                  <a:rPr lang="en-US" dirty="0"/>
                  <a:t> waveguide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vs width for TE and TM</a:t>
                </a: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BFC64CA-DE35-A528-CF09-36A26DB3D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366" y="2709096"/>
                <a:ext cx="4546634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Picture 84" descr="extra4_mmi_width_dependence_deep_shallow_TE_T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078640"/>
            <a:ext cx="6035040" cy="3466279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6903720" y="1234440"/>
            <a:ext cx="4251960" cy="301752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191919"/>
                </a:solidFill>
                <a:latin typeface="Aptos"/>
              </a:rPr>
              <a:t>Polarization-independent point?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No exact TE/TM match was found in the sampled widths.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Closest sampled point for both deep and shallow: W = 10.0 um.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191919"/>
                </a:solidFill>
                <a:latin typeface="Aptos"/>
              </a:rPr>
              <a:t>TE/TM Lpi difference: deep = 1.07%, shallow = 0.58%. Further fine tuning would be needed.</a:t>
            </a:r>
          </a:p>
        </p:txBody>
      </p:sp>
    </p:spTree>
    <p:extLst>
      <p:ext uri="{BB962C8B-B14F-4D97-AF65-F5344CB8AC3E}">
        <p14:creationId xmlns:p14="http://schemas.microsoft.com/office/powerpoint/2010/main" val="535939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</TotalTime>
  <Words>1322</Words>
  <Application>Microsoft Office PowerPoint</Application>
  <PresentationFormat>Panorámica</PresentationFormat>
  <Paragraphs>158</Paragraphs>
  <Slides>18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Lucida Sans</vt:lpstr>
      <vt:lpstr>Times New Roman</vt:lpstr>
      <vt:lpstr>Office Theme</vt:lpstr>
      <vt:lpstr>Presentación de PowerPoint</vt:lpstr>
      <vt:lpstr>Instructions General</vt:lpstr>
      <vt:lpstr>Presentación de PowerPoint</vt:lpstr>
      <vt:lpstr>Learning outcome #1 - Directional coupler cross-section in GDSFactory</vt:lpstr>
      <vt:lpstr>Learning outcome #2 - Directional coupler length and coupling coefficient Wavelength 1.5 um - width 1.2 um - gap 0.6 um - thickness 300 nm</vt:lpstr>
      <vt:lpstr>Learning outcome #3 - 2x2 Directional Coupler Wavelength 1.55 um - gap sweep 0.2 to 1.2 um</vt:lpstr>
      <vt:lpstr>Learning outcome #4 - Parallel uncoupled waveguides - TE0 mode Wavelength 1.55 um, width 1.0 um, L = 10 mm</vt:lpstr>
      <vt:lpstr>Presentación de PowerPoint</vt:lpstr>
      <vt:lpstr>Learning outcome #5 - Multimode Interference (MMI) Coupler cross-section</vt:lpstr>
      <vt:lpstr>Learning outcome #6.1 - 2x2 Multimode Interference Coupler Wavelength 1.55 um, wMMI = 6.6 um</vt:lpstr>
      <vt:lpstr>Learning outcome #6.2 - 2x2 Multimode Interference Coupler Optimization Wavelength 1.55 um, wMMI = 6.6 um</vt:lpstr>
      <vt:lpstr>Learning outcome #6.3 - 2x2 MMI Optimization with wider I/O Wavelength 1.55 um, wMMI = 6.6 um</vt:lpstr>
      <vt:lpstr>Learning outcome #7 - 1x4 Multimode Interference Coupler Wavelength 1.55 um, wMMI = 6.5 um</vt:lpstr>
      <vt:lpstr>Extra #1 - Directional coupler gap dependence Wavelength 1.55 um, width 1.0 um, gap 0.2-2.4 um</vt:lpstr>
      <vt:lpstr>Extra #2 - Directional coupler wavelength dependence Wavelengths 1.5-1.7 um, gap = 0.6 um, width 1.0 um</vt:lpstr>
      <vt:lpstr>Extra #3 - MMI coupler wavelength dependence Wavelengths 1.5-1.7 um, wMMI = 6.6 um</vt:lpstr>
      <vt:lpstr>Extra #4 - MMI body width dependence Wavelength 1.55 um, wMMI = 5-10 um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Guillermo Beltrán Sanz</cp:lastModifiedBy>
  <cp:revision>17</cp:revision>
  <dcterms:created xsi:type="dcterms:W3CDTF">2025-01-27T02:46:57Z</dcterms:created>
  <dcterms:modified xsi:type="dcterms:W3CDTF">2026-05-03T23:23:35Z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